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EF47-315D-0821-B858-D88904944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059610-3B49-6D22-6695-B6BFB055A7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D6600-D57B-E426-5A0A-AD30BD37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16B05-8B22-4D8B-9537-14FFB83B9D8D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8DB10-623F-6BFC-03A5-1549A81BD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08381-64BE-DCAE-9CFC-81BFC32D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5AB8-718E-4469-8A62-00C5E2E370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89200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0E663-F6F3-17E0-4DB8-8E1F61D70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9E843-A339-4E2D-66D6-7E0BF60BD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ABD0F-4DD3-2D81-EF00-EE905FF0C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16B05-8B22-4D8B-9537-14FFB83B9D8D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1962D-1824-C7AB-1E50-2190C4D39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89273-8D8A-DC4A-ADF9-1A22837FF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5AB8-718E-4469-8A62-00C5E2E370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9203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341DA-EA74-86A9-90FE-D6590BCBE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AD712-A56C-1475-3992-8BD24AFDD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06BC84-C810-FB11-EAC3-792B296D7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16B05-8B22-4D8B-9537-14FFB83B9D8D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22968-0AEA-2004-E818-64622659C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6A702-173D-E925-4C71-E17D6E5A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5AB8-718E-4469-8A62-00C5E2E370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8528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E04F4-5E38-2B86-0F46-35D488CEC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EABB2-9499-C608-0110-B6D8155BD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D46E00-3F12-52CD-65FE-0E06F89CC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9649A-9B87-05AB-5831-59A6D482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16B05-8B22-4D8B-9537-14FFB83B9D8D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3F32FE-FB74-4F80-A03C-ACDF1F820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F9B4D-23F1-E9E9-B447-0A553B57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5AB8-718E-4469-8A62-00C5E2E370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65992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7DED3-0D83-7EBC-5502-8AEE32104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2FD214-AE41-FEA2-7108-5EAA8D2D9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A5B71-5330-451B-81E8-AD3F368E9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8AABFF-4CD3-40E6-6428-B3CD7B259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0C2C5C-5493-EBEB-4AF8-602211A000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2BBC71-2BD8-9023-F300-76EF2FEB8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16B05-8B22-4D8B-9537-14FFB83B9D8D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313CDF-16C7-BE9F-138D-475E9FB9A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2B141-9024-30C8-4AFD-E829844DD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5AB8-718E-4469-8A62-00C5E2E370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74790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66898-26D5-F54E-22A4-423FBCC2F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EEC452-FA6F-A711-8192-A24490DD2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16B05-8B22-4D8B-9537-14FFB83B9D8D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F4BDC-5265-7C4B-9BFB-198A88EC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20E0E-D947-B33E-1CE0-D207EE626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5AB8-718E-4469-8A62-00C5E2E370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2954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A8FEEA-2ADE-F0AD-CB85-65CA31B5C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16B05-8B22-4D8B-9537-14FFB83B9D8D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0D14B1-9FAB-8286-D998-30B129A51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DEC4FA-3076-D1B4-EBBA-6551F5EC1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5AB8-718E-4469-8A62-00C5E2E370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7382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7560B-7ECC-F5F3-0E74-31102016A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AE2FE-45F9-531F-527E-B8EDB670C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6B317-F4BA-4138-B303-635813E87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5A4970-FBF8-7BA9-EE0C-E0C69BB7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16B05-8B22-4D8B-9537-14FFB83B9D8D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F59F4-C924-68D9-EC05-38A46843E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80897-6945-C28F-5E2B-EE14F1C3C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5AB8-718E-4469-8A62-00C5E2E370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39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B792C-1836-1703-7240-404A15DF5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5ACD3E-21E5-8F8F-22AE-38185EBB8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11C62-EF75-3D11-1AE7-DF6A35583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D9021B-5AD7-E223-63C4-7890F0474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16B05-8B22-4D8B-9537-14FFB83B9D8D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C9C05-A27F-2EB3-8027-AB06E61A1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9CC536-181A-8821-1FBB-9732BD2CA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5AB8-718E-4469-8A62-00C5E2E370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083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23033-652F-6FE9-1C54-3B58AE5BC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B95A8-F693-1387-27C6-E67B43CA9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AA7CE-287E-0045-C4BC-83B0A9562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16B05-8B22-4D8B-9537-14FFB83B9D8D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B87C2D-6D4E-8E58-D390-9285E9DF3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3EB0EB-2465-0508-D32C-1AF82466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5AB8-718E-4469-8A62-00C5E2E370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3062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216B2F-BC87-F925-566C-2D7D28A80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FB8E5E-D1FA-C454-87C6-7DBEB66C10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7DC0B-A859-6CE2-CC06-9628237F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16B05-8B22-4D8B-9537-14FFB83B9D8D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5E09A-E3EB-6EEA-E716-157E8DFE7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EDA25-8B8D-DB01-11B5-60F9B60B6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AD5AB8-718E-4469-8A62-00C5E2E370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4697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B72A3C-6FBA-9381-31B5-BB991D456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7A716D-D40C-022E-2390-A97501C09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1543D-9FE5-7460-E587-B3ED3C8FBA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16B05-8B22-4D8B-9537-14FFB83B9D8D}" type="datetimeFigureOut">
              <a:rPr lang="en-IN" smtClean="0"/>
              <a:t>06-04-2026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EDF10-BACC-B95F-4B6F-7B2596C16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A37F9-D7AE-9379-D567-FB97D311F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AD5AB8-718E-4469-8A62-00C5E2E3706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930134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DB631-99F0-3C6A-AA3A-889DF80C0E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Data Analytics- CSPE 64</a:t>
            </a:r>
            <a:br>
              <a:rPr lang="en-IN" dirty="0"/>
            </a:br>
            <a:r>
              <a:rPr lang="en-IN" dirty="0"/>
              <a:t>Stream Processing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FBF5D6-A94D-B1BF-816A-7261570497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55183"/>
            <a:ext cx="9144000" cy="1640263"/>
          </a:xfrm>
        </p:spPr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  <a:p>
            <a:r>
              <a:rPr lang="en-IN" dirty="0"/>
              <a:t>					Done By: K.Hithesh</a:t>
            </a:r>
          </a:p>
        </p:txBody>
      </p:sp>
    </p:spTree>
    <p:extLst>
      <p:ext uri="{BB962C8B-B14F-4D97-AF65-F5344CB8AC3E}">
        <p14:creationId xmlns:p14="http://schemas.microsoft.com/office/powerpoint/2010/main" val="3866494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974491-DEB8-744B-23B7-65FAF531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Bloom Filter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F3DA77-C450-5187-81DC-D86903DA3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1415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Algorithm:</a:t>
            </a:r>
            <a:endParaRPr lang="en-IN" sz="1800" dirty="0"/>
          </a:p>
          <a:p>
            <a:r>
              <a:rPr lang="en-US" sz="2000" dirty="0"/>
              <a:t>Create a bit array of size </a:t>
            </a:r>
            <a:r>
              <a:rPr lang="en-US" sz="2000" i="1" dirty="0"/>
              <a:t>m</a:t>
            </a:r>
            <a:r>
              <a:rPr lang="en-US" sz="2000" dirty="0"/>
              <a:t>, initialize all to 0.</a:t>
            </a:r>
          </a:p>
          <a:p>
            <a:r>
              <a:rPr lang="en-US" sz="2000" dirty="0"/>
              <a:t>Choose </a:t>
            </a:r>
            <a:r>
              <a:rPr lang="en-US" sz="2000" i="1" dirty="0"/>
              <a:t>k</a:t>
            </a:r>
            <a:r>
              <a:rPr lang="en-US" sz="2000" dirty="0"/>
              <a:t> hash functions.</a:t>
            </a:r>
          </a:p>
          <a:p>
            <a:r>
              <a:rPr lang="en-US" sz="2000" dirty="0"/>
              <a:t>For each incoming element: </a:t>
            </a:r>
          </a:p>
          <a:p>
            <a:pPr lvl="1"/>
            <a:r>
              <a:rPr lang="en-US" sz="2000" dirty="0"/>
              <a:t>Compute </a:t>
            </a:r>
            <a:r>
              <a:rPr lang="en-US" sz="2000" i="1" dirty="0"/>
              <a:t>k</a:t>
            </a:r>
            <a:r>
              <a:rPr lang="en-US" sz="2000" dirty="0"/>
              <a:t> hash values </a:t>
            </a:r>
          </a:p>
          <a:p>
            <a:pPr lvl="1"/>
            <a:r>
              <a:rPr lang="en-US" sz="2000" dirty="0"/>
              <a:t>Set corresponding positions in bit array to 1 </a:t>
            </a:r>
          </a:p>
          <a:p>
            <a:r>
              <a:rPr lang="en-US" sz="2000" dirty="0"/>
              <a:t>To check membership of an element: </a:t>
            </a:r>
          </a:p>
          <a:p>
            <a:pPr lvl="1"/>
            <a:r>
              <a:rPr lang="en-US" sz="2000" dirty="0"/>
              <a:t>Compute </a:t>
            </a:r>
            <a:r>
              <a:rPr lang="en-US" sz="2000" i="1" dirty="0"/>
              <a:t>k</a:t>
            </a:r>
            <a:r>
              <a:rPr lang="en-US" sz="2000" dirty="0"/>
              <a:t> hash values </a:t>
            </a:r>
          </a:p>
          <a:p>
            <a:pPr lvl="1"/>
            <a:r>
              <a:rPr lang="en-US" sz="2000" dirty="0"/>
              <a:t>If any position is 0 → </a:t>
            </a:r>
            <a:r>
              <a:rPr lang="en-US" sz="2000" b="1" dirty="0"/>
              <a:t>Not present</a:t>
            </a:r>
            <a:r>
              <a:rPr lang="en-US" sz="2000" dirty="0"/>
              <a:t> (True Negative)</a:t>
            </a:r>
          </a:p>
          <a:p>
            <a:pPr lvl="1"/>
            <a:r>
              <a:rPr lang="en-US" sz="2000" dirty="0"/>
              <a:t>If all are 1 → </a:t>
            </a:r>
            <a:r>
              <a:rPr lang="en-US" sz="2000" b="1" dirty="0"/>
              <a:t>Possibly present</a:t>
            </a:r>
            <a:r>
              <a:rPr lang="en-US" sz="2000" dirty="0"/>
              <a:t> (False/True Positive)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0711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81A53-8504-FC02-C622-AE0B4DB3E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Flajolet-Martin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65FBA0-FD52-6D00-7635-3992290370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Algorithm:</a:t>
            </a:r>
          </a:p>
          <a:p>
            <a:r>
              <a:rPr lang="en-IN" dirty="0"/>
              <a:t>Initialize max_zeros = 0 </a:t>
            </a:r>
          </a:p>
          <a:p>
            <a:r>
              <a:rPr lang="en-IN" dirty="0"/>
              <a:t>For each element in stream: </a:t>
            </a:r>
          </a:p>
          <a:p>
            <a:pPr lvl="1"/>
            <a:r>
              <a:rPr lang="en-IN" dirty="0"/>
              <a:t>Apply hash function </a:t>
            </a:r>
          </a:p>
          <a:p>
            <a:pPr lvl="1"/>
            <a:r>
              <a:rPr lang="en-IN" dirty="0"/>
              <a:t>Convert to binary </a:t>
            </a:r>
          </a:p>
          <a:p>
            <a:pPr lvl="1"/>
            <a:r>
              <a:rPr lang="en-IN" dirty="0"/>
              <a:t>Count number of trailing zeros </a:t>
            </a:r>
          </a:p>
          <a:p>
            <a:pPr lvl="1"/>
            <a:r>
              <a:rPr lang="en-IN" dirty="0"/>
              <a:t>Update max_zeros </a:t>
            </a:r>
          </a:p>
          <a:p>
            <a:r>
              <a:rPr lang="en-IN" dirty="0"/>
              <a:t>Estimate distinct elements as: </a:t>
            </a:r>
          </a:p>
          <a:p>
            <a:pPr lvl="1"/>
            <a:r>
              <a:rPr lang="en-IN" b="1" dirty="0"/>
              <a:t>2 ^ max_zeros</a:t>
            </a:r>
            <a:r>
              <a:rPr lang="en-IN" dirty="0"/>
              <a:t>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6620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08835-7BF9-42A4-F4E7-3E4D6ED57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Estimating Frequency of Moments - 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6AC3F1-96E7-F9EF-5F4F-D02C5D59E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Algorithm:</a:t>
            </a:r>
          </a:p>
          <a:p>
            <a:r>
              <a:rPr lang="en-US" dirty="0"/>
              <a:t>Let stream size be </a:t>
            </a:r>
            <a:r>
              <a:rPr lang="en-US" i="1" dirty="0"/>
              <a:t>n</a:t>
            </a:r>
            <a:r>
              <a:rPr lang="en-US" dirty="0"/>
              <a:t> </a:t>
            </a:r>
          </a:p>
          <a:p>
            <a:r>
              <a:rPr lang="en-US" dirty="0"/>
              <a:t>Pick a random position </a:t>
            </a:r>
            <a:r>
              <a:rPr lang="en-US" i="1" dirty="0"/>
              <a:t>i</a:t>
            </a:r>
            <a:r>
              <a:rPr lang="en-US" dirty="0"/>
              <a:t> in stream </a:t>
            </a:r>
          </a:p>
          <a:p>
            <a:r>
              <a:rPr lang="en-US" dirty="0"/>
              <a:t>Let element at position </a:t>
            </a:r>
            <a:r>
              <a:rPr lang="en-US" i="1" dirty="0"/>
              <a:t>i</a:t>
            </a:r>
            <a:r>
              <a:rPr lang="en-US" dirty="0"/>
              <a:t> be </a:t>
            </a:r>
            <a:r>
              <a:rPr lang="en-US" i="1" dirty="0"/>
              <a:t>x</a:t>
            </a:r>
            <a:r>
              <a:rPr lang="en-US" dirty="0"/>
              <a:t> </a:t>
            </a:r>
          </a:p>
          <a:p>
            <a:r>
              <a:rPr lang="en-US" dirty="0"/>
              <a:t>Count occurrences of </a:t>
            </a:r>
            <a:r>
              <a:rPr lang="en-US" i="1" dirty="0"/>
              <a:t>x</a:t>
            </a:r>
            <a:r>
              <a:rPr lang="en-US" dirty="0"/>
              <a:t> from position </a:t>
            </a:r>
            <a:r>
              <a:rPr lang="en-US" i="1" dirty="0"/>
              <a:t>i</a:t>
            </a:r>
            <a:r>
              <a:rPr lang="en-US" dirty="0"/>
              <a:t> to end → </a:t>
            </a:r>
            <a:r>
              <a:rPr lang="en-US" i="1" dirty="0"/>
              <a:t>c</a:t>
            </a:r>
            <a:r>
              <a:rPr lang="en-US" dirty="0"/>
              <a:t> </a:t>
            </a:r>
          </a:p>
          <a:p>
            <a:r>
              <a:rPr lang="en-US" dirty="0"/>
              <a:t>Compute estimate: </a:t>
            </a:r>
          </a:p>
          <a:p>
            <a:pPr lvl="1"/>
            <a:r>
              <a:rPr lang="en-US" b="1" dirty="0"/>
              <a:t>F₂ = n × (2c − 1)</a:t>
            </a:r>
            <a:r>
              <a:rPr lang="en-US" dirty="0"/>
              <a:t> </a:t>
            </a:r>
          </a:p>
          <a:p>
            <a:r>
              <a:rPr lang="en-US" dirty="0"/>
              <a:t>Repeat and take the average of estimates (for better accuracy)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4632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4DAE3-AA21-2DAC-737F-4C2F52539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33737"/>
          </a:xfrm>
        </p:spPr>
        <p:txBody>
          <a:bodyPr/>
          <a:lstStyle/>
          <a:p>
            <a:r>
              <a:rPr lang="en-IN" dirty="0"/>
              <a:t>DGIM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5AFF1-DF20-7D3D-F740-F8824129E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862"/>
            <a:ext cx="10515600" cy="48830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Algorithm:</a:t>
            </a:r>
          </a:p>
          <a:p>
            <a:r>
              <a:rPr lang="en-US" sz="2200" dirty="0"/>
              <a:t>Maintain buckets storing: </a:t>
            </a:r>
          </a:p>
          <a:p>
            <a:pPr lvl="1"/>
            <a:r>
              <a:rPr lang="en-US" sz="2200" dirty="0"/>
              <a:t>Size (power of 2) </a:t>
            </a:r>
          </a:p>
          <a:p>
            <a:pPr lvl="1"/>
            <a:r>
              <a:rPr lang="en-US" sz="2200" dirty="0"/>
              <a:t>Timestamp of latest 1 </a:t>
            </a:r>
          </a:p>
          <a:p>
            <a:r>
              <a:rPr lang="en-US" sz="2200" dirty="0"/>
              <a:t>For each incoming bit: </a:t>
            </a:r>
          </a:p>
          <a:p>
            <a:pPr lvl="1"/>
            <a:r>
              <a:rPr lang="en-US" sz="2200" dirty="0"/>
              <a:t>If bit = 1 → create new bucket of size 1 </a:t>
            </a:r>
          </a:p>
          <a:p>
            <a:r>
              <a:rPr lang="en-US" sz="2200" dirty="0"/>
              <a:t>Merge buckets: </a:t>
            </a:r>
          </a:p>
          <a:p>
            <a:pPr lvl="1"/>
            <a:r>
              <a:rPr lang="en-US" sz="2200" dirty="0"/>
              <a:t>If more than 2 buckets of same size → merge oldest two </a:t>
            </a:r>
          </a:p>
          <a:p>
            <a:r>
              <a:rPr lang="en-US" sz="2200" dirty="0"/>
              <a:t>Delete buckets outside window </a:t>
            </a:r>
          </a:p>
          <a:p>
            <a:r>
              <a:rPr lang="en-US" sz="2200" dirty="0"/>
              <a:t>To estimate count: </a:t>
            </a:r>
          </a:p>
          <a:p>
            <a:pPr lvl="1"/>
            <a:r>
              <a:rPr lang="en-US" sz="2200" dirty="0"/>
              <a:t>Sum all bucket sizes </a:t>
            </a:r>
          </a:p>
          <a:p>
            <a:pPr lvl="1"/>
            <a:r>
              <a:rPr lang="en-US" sz="2200" dirty="0"/>
              <a:t>Add half of oldest bucket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19579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3965-8827-3998-21BD-997951DF5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Decaying Window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0804F-0BAB-F9A3-5CF6-7CFFD792A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Algorithm:</a:t>
            </a:r>
          </a:p>
          <a:p>
            <a:r>
              <a:rPr lang="en-US" dirty="0"/>
              <a:t>Initialize frequency map </a:t>
            </a:r>
          </a:p>
          <a:p>
            <a:r>
              <a:rPr lang="en-US" dirty="0"/>
              <a:t>For each incoming element: </a:t>
            </a:r>
          </a:p>
          <a:p>
            <a:pPr lvl="1"/>
            <a:r>
              <a:rPr lang="en-US" dirty="0"/>
              <a:t>Multiply all frequencies by decay factor (e.g., 0.9) </a:t>
            </a:r>
          </a:p>
          <a:p>
            <a:pPr lvl="1"/>
            <a:r>
              <a:rPr lang="en-US" dirty="0"/>
              <a:t>Increment frequency of current element by 1 </a:t>
            </a:r>
          </a:p>
          <a:p>
            <a:r>
              <a:rPr lang="en-US" dirty="0"/>
              <a:t>At any point: </a:t>
            </a:r>
          </a:p>
          <a:p>
            <a:pPr lvl="1"/>
            <a:r>
              <a:rPr lang="en-US" dirty="0"/>
              <a:t>Element with highest frequency = most recent frequent item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7502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04B8DB-5F41-1A1B-63BC-ED0722B03F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Thank</a:t>
            </a:r>
            <a:r>
              <a:rPr lang="en-IN" dirty="0"/>
              <a:t> </a:t>
            </a:r>
            <a:r>
              <a:rPr lang="en-IN" b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156726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312</Words>
  <Application>Microsoft Office PowerPoint</Application>
  <PresentationFormat>Widescreen</PresentationFormat>
  <Paragraphs>56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Data Analytics- CSPE 64 Stream Processing Algorithms</vt:lpstr>
      <vt:lpstr>Bloom Filter</vt:lpstr>
      <vt:lpstr>Flajolet-Martin Algorithm</vt:lpstr>
      <vt:lpstr>Estimating Frequency of Moments - AMS</vt:lpstr>
      <vt:lpstr>DGIM algorithm</vt:lpstr>
      <vt:lpstr>Decaying Window Algorithm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Hithesh K</dc:creator>
  <cp:lastModifiedBy>Hithesh K</cp:lastModifiedBy>
  <cp:revision>1</cp:revision>
  <dcterms:created xsi:type="dcterms:W3CDTF">2026-04-06T13:33:41Z</dcterms:created>
  <dcterms:modified xsi:type="dcterms:W3CDTF">2026-04-06T13:45:15Z</dcterms:modified>
</cp:coreProperties>
</file>